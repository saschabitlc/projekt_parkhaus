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56" r:id="rId1"/>
  </p:sldMasterIdLst>
  <p:sldIdLst>
    <p:sldId id="256" r:id="rId2"/>
    <p:sldId id="258" r:id="rId3"/>
    <p:sldId id="259" r:id="rId4"/>
    <p:sldId id="257" r:id="rId5"/>
    <p:sldId id="260" r:id="rId6"/>
    <p:sldId id="261"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de-DE"/>
              <a:t>Mastertitelformat bearbeiten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3D438179-6B3B-4DAF-95A3-8C874DBE508A}" type="datetimeFigureOut">
              <a:rPr lang="de-DE" smtClean="0"/>
              <a:t>15.07.2026</a:t>
            </a:fld>
            <a:endParaRPr lang="de-DE"/>
          </a:p>
        </p:txBody>
      </p:sp>
      <p:sp>
        <p:nvSpPr>
          <p:cNvPr id="5" name="Footer Placeholder 4"/>
          <p:cNvSpPr>
            <a:spLocks noGrp="1"/>
          </p:cNvSpPr>
          <p:nvPr>
            <p:ph type="ftr" sz="quarter" idx="11"/>
          </p:nvPr>
        </p:nvSpPr>
        <p:spPr/>
        <p:txBody>
          <a:bodyPr/>
          <a:lstStyle/>
          <a:p>
            <a:endParaRPr lang="de-DE"/>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de-DE"/>
          </a:p>
        </p:txBody>
      </p:sp>
      <p:sp>
        <p:nvSpPr>
          <p:cNvPr id="6" name="Slide Number Placeholder 5"/>
          <p:cNvSpPr>
            <a:spLocks noGrp="1"/>
          </p:cNvSpPr>
          <p:nvPr>
            <p:ph type="sldNum" sz="quarter" idx="12"/>
          </p:nvPr>
        </p:nvSpPr>
        <p:spPr>
          <a:xfrm>
            <a:off x="531812" y="4529540"/>
            <a:ext cx="779767" cy="365125"/>
          </a:xfrm>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339077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de-DE"/>
              <a:t>Mastertitelformat bearbeiten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D438179-6B3B-4DAF-95A3-8C874DBE508A}" type="datetimeFigureOut">
              <a:rPr lang="de-DE" smtClean="0"/>
              <a:t>15.07.2026</a:t>
            </a:fld>
            <a:endParaRPr lang="de-DE"/>
          </a:p>
        </p:txBody>
      </p:sp>
      <p:sp>
        <p:nvSpPr>
          <p:cNvPr id="5" name="Footer Placeholder 4"/>
          <p:cNvSpPr>
            <a:spLocks noGrp="1"/>
          </p:cNvSpPr>
          <p:nvPr>
            <p:ph type="ftr" sz="quarter" idx="11"/>
          </p:nvPr>
        </p:nvSpPr>
        <p:spPr/>
        <p:txBody>
          <a:bodyPr/>
          <a:lstStyle/>
          <a:p>
            <a:endParaRPr lang="de-D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de-DE"/>
          </a:p>
        </p:txBody>
      </p:sp>
      <p:sp>
        <p:nvSpPr>
          <p:cNvPr id="6" name="Slide Number Placeholder 5"/>
          <p:cNvSpPr>
            <a:spLocks noGrp="1"/>
          </p:cNvSpPr>
          <p:nvPr>
            <p:ph type="sldNum" sz="quarter" idx="12"/>
          </p:nvPr>
        </p:nvSpPr>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3147526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de-DE"/>
              <a:t>Mastertitelformat bearbeiten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3D438179-6B3B-4DAF-95A3-8C874DBE508A}" type="datetimeFigureOut">
              <a:rPr lang="de-DE" smtClean="0"/>
              <a:t>15.07.2026</a:t>
            </a:fld>
            <a:endParaRPr lang="de-DE"/>
          </a:p>
        </p:txBody>
      </p:sp>
      <p:sp>
        <p:nvSpPr>
          <p:cNvPr id="5" name="Footer Placeholder 4"/>
          <p:cNvSpPr>
            <a:spLocks noGrp="1"/>
          </p:cNvSpPr>
          <p:nvPr>
            <p:ph type="ftr" sz="quarter" idx="11"/>
          </p:nvPr>
        </p:nvSpPr>
        <p:spPr/>
        <p:txBody>
          <a:bodyPr/>
          <a:lstStyle/>
          <a:p>
            <a:endParaRPr lang="de-D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266001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3D438179-6B3B-4DAF-95A3-8C874DBE508A}" type="datetimeFigureOut">
              <a:rPr lang="de-DE" smtClean="0"/>
              <a:t>15.07.2026</a:t>
            </a:fld>
            <a:endParaRPr lang="de-DE"/>
          </a:p>
        </p:txBody>
      </p:sp>
      <p:sp>
        <p:nvSpPr>
          <p:cNvPr id="6" name="Footer Placeholder 5"/>
          <p:cNvSpPr>
            <a:spLocks noGrp="1"/>
          </p:cNvSpPr>
          <p:nvPr>
            <p:ph type="ftr" sz="quarter" idx="11"/>
          </p:nvPr>
        </p:nvSpPr>
        <p:spPr/>
        <p:txBody>
          <a:bodyPr/>
          <a:lstStyle/>
          <a:p>
            <a:endParaRPr lang="de-DE"/>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1977098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de-DE"/>
              <a:t>Mastertitelformat bearbeiten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3D438179-6B3B-4DAF-95A3-8C874DBE508A}" type="datetimeFigureOut">
              <a:rPr lang="de-DE" smtClean="0"/>
              <a:t>15.07.2026</a:t>
            </a:fld>
            <a:endParaRPr lang="de-DE"/>
          </a:p>
        </p:txBody>
      </p:sp>
      <p:sp>
        <p:nvSpPr>
          <p:cNvPr id="8" name="Footer Placeholder 7"/>
          <p:cNvSpPr>
            <a:spLocks noGrp="1"/>
          </p:cNvSpPr>
          <p:nvPr>
            <p:ph type="ftr" sz="quarter" idx="11"/>
          </p:nvPr>
        </p:nvSpPr>
        <p:spPr/>
        <p:txBody>
          <a:bodyPr/>
          <a:lstStyle/>
          <a:p>
            <a:endParaRPr lang="de-DE"/>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3061300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3D438179-6B3B-4DAF-95A3-8C874DBE508A}" type="datetimeFigureOut">
              <a:rPr lang="de-DE" smtClean="0"/>
              <a:t>15.07.2026</a:t>
            </a:fld>
            <a:endParaRPr lang="de-DE"/>
          </a:p>
        </p:txBody>
      </p:sp>
      <p:sp>
        <p:nvSpPr>
          <p:cNvPr id="4" name="Footer Placeholder 3"/>
          <p:cNvSpPr>
            <a:spLocks noGrp="1"/>
          </p:cNvSpPr>
          <p:nvPr>
            <p:ph type="ftr" sz="quarter" idx="11"/>
          </p:nvPr>
        </p:nvSpPr>
        <p:spPr/>
        <p:txBody>
          <a:bodyPr/>
          <a:lstStyle/>
          <a:p>
            <a:endParaRPr lang="de-DE"/>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2603450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438179-6B3B-4DAF-95A3-8C874DBE508A}" type="datetimeFigureOut">
              <a:rPr lang="de-DE" smtClean="0"/>
              <a:t>15.07.2026</a:t>
            </a:fld>
            <a:endParaRPr lang="de-DE"/>
          </a:p>
        </p:txBody>
      </p:sp>
      <p:sp>
        <p:nvSpPr>
          <p:cNvPr id="3" name="Footer Placeholder 2"/>
          <p:cNvSpPr>
            <a:spLocks noGrp="1"/>
          </p:cNvSpPr>
          <p:nvPr>
            <p:ph type="ftr" sz="quarter" idx="11"/>
          </p:nvPr>
        </p:nvSpPr>
        <p:spPr/>
        <p:txBody>
          <a:bodyPr/>
          <a:lstStyle/>
          <a:p>
            <a:endParaRPr lang="de-DE"/>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363603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de-DE"/>
              <a:t>Mastertitelformat bearbeiten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3D438179-6B3B-4DAF-95A3-8C874DBE508A}" type="datetimeFigureOut">
              <a:rPr lang="de-DE" smtClean="0"/>
              <a:t>15.07.2026</a:t>
            </a:fld>
            <a:endParaRPr lang="de-DE"/>
          </a:p>
        </p:txBody>
      </p:sp>
      <p:sp>
        <p:nvSpPr>
          <p:cNvPr id="6" name="Footer Placeholder 5"/>
          <p:cNvSpPr>
            <a:spLocks noGrp="1"/>
          </p:cNvSpPr>
          <p:nvPr>
            <p:ph type="ftr" sz="quarter" idx="11"/>
          </p:nvPr>
        </p:nvSpPr>
        <p:spPr/>
        <p:txBody>
          <a:bodyPr/>
          <a:lstStyle/>
          <a:p>
            <a:endParaRPr lang="de-DE"/>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2994660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de-DE"/>
              <a:t>Mastertitelformat bearbeiten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e-DE"/>
              <a:t>Bild durch Klicken auf Symbol hinzufügen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Date Placeholder 4"/>
          <p:cNvSpPr>
            <a:spLocks noGrp="1"/>
          </p:cNvSpPr>
          <p:nvPr>
            <p:ph type="dt" sz="half" idx="10"/>
          </p:nvPr>
        </p:nvSpPr>
        <p:spPr/>
        <p:txBody>
          <a:bodyPr/>
          <a:lstStyle/>
          <a:p>
            <a:fld id="{3D438179-6B3B-4DAF-95A3-8C874DBE508A}" type="datetimeFigureOut">
              <a:rPr lang="de-DE" smtClean="0"/>
              <a:t>15.07.2026</a:t>
            </a:fld>
            <a:endParaRPr lang="de-DE"/>
          </a:p>
        </p:txBody>
      </p:sp>
      <p:sp>
        <p:nvSpPr>
          <p:cNvPr id="6" name="Footer Placeholder 5"/>
          <p:cNvSpPr>
            <a:spLocks noGrp="1"/>
          </p:cNvSpPr>
          <p:nvPr>
            <p:ph type="ftr" sz="quarter" idx="11"/>
          </p:nvPr>
        </p:nvSpPr>
        <p:spPr/>
        <p:txBody>
          <a:bodyPr/>
          <a:lstStyle/>
          <a:p>
            <a:endParaRPr lang="de-D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1998221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el und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de-DE"/>
              <a:t>Mastertitelformat bearbeiten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3D438179-6B3B-4DAF-95A3-8C874DBE508A}" type="datetimeFigureOut">
              <a:rPr lang="de-DE" smtClean="0"/>
              <a:t>15.07.2026</a:t>
            </a:fld>
            <a:endParaRPr lang="de-DE"/>
          </a:p>
        </p:txBody>
      </p:sp>
      <p:sp>
        <p:nvSpPr>
          <p:cNvPr id="5" name="Footer Placeholder 4"/>
          <p:cNvSpPr>
            <a:spLocks noGrp="1"/>
          </p:cNvSpPr>
          <p:nvPr>
            <p:ph type="ftr" sz="quarter" idx="11"/>
          </p:nvPr>
        </p:nvSpPr>
        <p:spPr/>
        <p:txBody>
          <a:bodyPr/>
          <a:lstStyle/>
          <a:p>
            <a:endParaRPr lang="de-DE"/>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56503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itat mit Beschriftung">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de-DE"/>
              <a:t>Mastertitelformat bearbeiten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3D438179-6B3B-4DAF-95A3-8C874DBE508A}" type="datetimeFigureOut">
              <a:rPr lang="de-DE" smtClean="0"/>
              <a:t>15.07.2026</a:t>
            </a:fld>
            <a:endParaRPr lang="de-DE"/>
          </a:p>
        </p:txBody>
      </p:sp>
      <p:sp>
        <p:nvSpPr>
          <p:cNvPr id="5" name="Footer Placeholder 4"/>
          <p:cNvSpPr>
            <a:spLocks noGrp="1"/>
          </p:cNvSpPr>
          <p:nvPr>
            <p:ph type="ftr" sz="quarter" idx="11"/>
          </p:nvPr>
        </p:nvSpPr>
        <p:spPr/>
        <p:txBody>
          <a:bodyPr/>
          <a:lstStyle/>
          <a:p>
            <a:endParaRPr lang="de-DE"/>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A3B3FD-3A5A-4A4F-844B-7A80BB54637B}" type="slidenum">
              <a:rPr lang="de-DE" smtClean="0"/>
              <a:t>‹Nr.›</a:t>
            </a:fld>
            <a:endParaRPr lang="de-DE"/>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72081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nskart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de-DE"/>
              <a:t>Mastertitelformat bearbeiten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de-DE"/>
              <a:t>Mastertextformat bearbeiten</a:t>
            </a:r>
          </a:p>
        </p:txBody>
      </p:sp>
      <p:sp>
        <p:nvSpPr>
          <p:cNvPr id="5" name="Date Placeholder 4"/>
          <p:cNvSpPr>
            <a:spLocks noGrp="1"/>
          </p:cNvSpPr>
          <p:nvPr>
            <p:ph type="dt" sz="half" idx="10"/>
          </p:nvPr>
        </p:nvSpPr>
        <p:spPr/>
        <p:txBody>
          <a:bodyPr/>
          <a:lstStyle/>
          <a:p>
            <a:fld id="{3D438179-6B3B-4DAF-95A3-8C874DBE508A}" type="datetimeFigureOut">
              <a:rPr lang="de-DE" smtClean="0"/>
              <a:t>15.07.2026</a:t>
            </a:fld>
            <a:endParaRPr lang="de-DE"/>
          </a:p>
        </p:txBody>
      </p:sp>
      <p:sp>
        <p:nvSpPr>
          <p:cNvPr id="6" name="Footer Placeholder 5"/>
          <p:cNvSpPr>
            <a:spLocks noGrp="1"/>
          </p:cNvSpPr>
          <p:nvPr>
            <p:ph type="ftr" sz="quarter" idx="11"/>
          </p:nvPr>
        </p:nvSpPr>
        <p:spPr/>
        <p:txBody>
          <a:bodyPr/>
          <a:lstStyle/>
          <a:p>
            <a:endParaRPr lang="de-D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32358692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nskarte für Zitat">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de-DE"/>
              <a:t>Mastertitelformat bearbeiten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de-DE"/>
              <a:t>Mastertextformat bearbeiten</a:t>
            </a:r>
          </a:p>
        </p:txBody>
      </p:sp>
      <p:sp>
        <p:nvSpPr>
          <p:cNvPr id="5" name="Date Placeholder 4"/>
          <p:cNvSpPr>
            <a:spLocks noGrp="1"/>
          </p:cNvSpPr>
          <p:nvPr>
            <p:ph type="dt" sz="half" idx="10"/>
          </p:nvPr>
        </p:nvSpPr>
        <p:spPr/>
        <p:txBody>
          <a:bodyPr/>
          <a:lstStyle/>
          <a:p>
            <a:fld id="{3D438179-6B3B-4DAF-95A3-8C874DBE508A}" type="datetimeFigureOut">
              <a:rPr lang="de-DE" smtClean="0"/>
              <a:t>15.07.2026</a:t>
            </a:fld>
            <a:endParaRPr lang="de-DE"/>
          </a:p>
        </p:txBody>
      </p:sp>
      <p:sp>
        <p:nvSpPr>
          <p:cNvPr id="6" name="Footer Placeholder 5"/>
          <p:cNvSpPr>
            <a:spLocks noGrp="1"/>
          </p:cNvSpPr>
          <p:nvPr>
            <p:ph type="ftr" sz="quarter" idx="11"/>
          </p:nvPr>
        </p:nvSpPr>
        <p:spPr/>
        <p:txBody>
          <a:bodyPr/>
          <a:lstStyle/>
          <a:p>
            <a:endParaRPr lang="de-DE"/>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A3B3FD-3A5A-4A4F-844B-7A80BB54637B}" type="slidenum">
              <a:rPr lang="de-DE" smtClean="0"/>
              <a:t>‹Nr.›</a:t>
            </a:fld>
            <a:endParaRPr lang="de-DE"/>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09940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Wahr oder Falsch">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de-DE"/>
              <a:t>Mastertitelformat bearbeiten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de-DE"/>
              <a:t>Mastertextformat bearbeiten</a:t>
            </a:r>
          </a:p>
        </p:txBody>
      </p:sp>
      <p:sp>
        <p:nvSpPr>
          <p:cNvPr id="5" name="Date Placeholder 4"/>
          <p:cNvSpPr>
            <a:spLocks noGrp="1"/>
          </p:cNvSpPr>
          <p:nvPr>
            <p:ph type="dt" sz="half" idx="10"/>
          </p:nvPr>
        </p:nvSpPr>
        <p:spPr/>
        <p:txBody>
          <a:bodyPr/>
          <a:lstStyle/>
          <a:p>
            <a:fld id="{3D438179-6B3B-4DAF-95A3-8C874DBE508A}" type="datetimeFigureOut">
              <a:rPr lang="de-DE" smtClean="0"/>
              <a:t>15.07.2026</a:t>
            </a:fld>
            <a:endParaRPr lang="de-DE"/>
          </a:p>
        </p:txBody>
      </p:sp>
      <p:sp>
        <p:nvSpPr>
          <p:cNvPr id="6" name="Footer Placeholder 5"/>
          <p:cNvSpPr>
            <a:spLocks noGrp="1"/>
          </p:cNvSpPr>
          <p:nvPr>
            <p:ph type="ftr" sz="quarter" idx="11"/>
          </p:nvPr>
        </p:nvSpPr>
        <p:spPr/>
        <p:txBody>
          <a:bodyPr/>
          <a:lstStyle/>
          <a:p>
            <a:endParaRPr lang="de-DE"/>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384016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ncho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D438179-6B3B-4DAF-95A3-8C874DBE508A}" type="datetimeFigureOut">
              <a:rPr lang="de-DE" smtClean="0"/>
              <a:t>15.07.2026</a:t>
            </a:fld>
            <a:endParaRPr lang="de-DE"/>
          </a:p>
        </p:txBody>
      </p:sp>
      <p:sp>
        <p:nvSpPr>
          <p:cNvPr id="5" name="Footer Placeholder 4"/>
          <p:cNvSpPr>
            <a:spLocks noGrp="1"/>
          </p:cNvSpPr>
          <p:nvPr>
            <p:ph type="ftr" sz="quarter" idx="11"/>
          </p:nvPr>
        </p:nvSpPr>
        <p:spPr/>
        <p:txBody>
          <a:bodyPr/>
          <a:lstStyle/>
          <a:p>
            <a:endParaRPr lang="de-D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637183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de-DE"/>
              <a:t>Mastertitelformat bearbeiten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D438179-6B3B-4DAF-95A3-8C874DBE508A}" type="datetimeFigureOut">
              <a:rPr lang="de-DE" smtClean="0"/>
              <a:t>15.07.2026</a:t>
            </a:fld>
            <a:endParaRPr lang="de-DE"/>
          </a:p>
        </p:txBody>
      </p:sp>
      <p:sp>
        <p:nvSpPr>
          <p:cNvPr id="5" name="Footer Placeholder 4"/>
          <p:cNvSpPr>
            <a:spLocks noGrp="1"/>
          </p:cNvSpPr>
          <p:nvPr>
            <p:ph type="ftr" sz="quarter" idx="11"/>
          </p:nvPr>
        </p:nvSpPr>
        <p:spPr/>
        <p:txBody>
          <a:bodyPr/>
          <a:lstStyle/>
          <a:p>
            <a:endParaRPr lang="de-DE"/>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A3B3FD-3A5A-4A4F-844B-7A80BB54637B}" type="slidenum">
              <a:rPr lang="de-DE" smtClean="0"/>
              <a:t>‹Nr.›</a:t>
            </a:fld>
            <a:endParaRPr lang="de-DE"/>
          </a:p>
        </p:txBody>
      </p:sp>
    </p:spTree>
    <p:extLst>
      <p:ext uri="{BB962C8B-B14F-4D97-AF65-F5344CB8AC3E}">
        <p14:creationId xmlns:p14="http://schemas.microsoft.com/office/powerpoint/2010/main" val="3945294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de-DE"/>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de-DE"/>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de-DE"/>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de-DE"/>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de-DE"/>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de-DE"/>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de-DE"/>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de-DE"/>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de-DE"/>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de-DE"/>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de-DE"/>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de-DE"/>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de-DE"/>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de-DE"/>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de-DE"/>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de-DE"/>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de-DE"/>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de-DE"/>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de-DE"/>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de-DE"/>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de-DE"/>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de-DE"/>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de-DE"/>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de-DE"/>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de-DE"/>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de-DE"/>
              <a:t>Mastertitelformat bearbeiten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D438179-6B3B-4DAF-95A3-8C874DBE508A}" type="datetimeFigureOut">
              <a:rPr lang="de-DE" smtClean="0"/>
              <a:t>15.07.2026</a:t>
            </a:fld>
            <a:endParaRPr lang="de-DE"/>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de-DE"/>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BA3B3FD-3A5A-4A4F-844B-7A80BB54637B}" type="slidenum">
              <a:rPr lang="de-DE" smtClean="0"/>
              <a:t>‹Nr.›</a:t>
            </a:fld>
            <a:endParaRPr lang="de-DE"/>
          </a:p>
        </p:txBody>
      </p:sp>
    </p:spTree>
    <p:extLst>
      <p:ext uri="{BB962C8B-B14F-4D97-AF65-F5344CB8AC3E}">
        <p14:creationId xmlns:p14="http://schemas.microsoft.com/office/powerpoint/2010/main" val="3601515009"/>
      </p:ext>
    </p:extLst>
  </p:cSld>
  <p:clrMap bg1="lt1" tx1="dk1" bg2="lt2" tx2="dk2" accent1="accent1" accent2="accent2" accent3="accent3" accent4="accent4" accent5="accent5" accent6="accent6" hlink="hlink" folHlink="folHlink"/>
  <p:sldLayoutIdLst>
    <p:sldLayoutId id="2147484457" r:id="rId1"/>
    <p:sldLayoutId id="2147484458" r:id="rId2"/>
    <p:sldLayoutId id="2147484459" r:id="rId3"/>
    <p:sldLayoutId id="2147484460" r:id="rId4"/>
    <p:sldLayoutId id="2147484461" r:id="rId5"/>
    <p:sldLayoutId id="2147484462" r:id="rId6"/>
    <p:sldLayoutId id="2147484463" r:id="rId7"/>
    <p:sldLayoutId id="2147484464" r:id="rId8"/>
    <p:sldLayoutId id="2147484465" r:id="rId9"/>
    <p:sldLayoutId id="2147484466" r:id="rId10"/>
    <p:sldLayoutId id="2147484467" r:id="rId11"/>
    <p:sldLayoutId id="2147484468" r:id="rId12"/>
    <p:sldLayoutId id="2147484469" r:id="rId13"/>
    <p:sldLayoutId id="2147484470" r:id="rId14"/>
    <p:sldLayoutId id="2147484471" r:id="rId15"/>
    <p:sldLayoutId id="214748447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3CEA09A-2C76-DDB2-B9C0-98A22ED2BC80}"/>
              </a:ext>
            </a:extLst>
          </p:cNvPr>
          <p:cNvPicPr>
            <a:picLocks noChangeAspect="1"/>
          </p:cNvPicPr>
          <p:nvPr/>
        </p:nvPicPr>
        <p:blipFill>
          <a:blip r:embed="rId2">
            <a:duotone>
              <a:schemeClr val="bg2">
                <a:shade val="45000"/>
                <a:satMod val="135000"/>
              </a:schemeClr>
              <a:prstClr val="white"/>
            </a:duotone>
            <a:alphaModFix amt="40000"/>
            <a:extLst>
              <a:ext uri="{28A0092B-C50C-407E-A947-70E740481C1C}">
                <a14:useLocalDpi xmlns:a14="http://schemas.microsoft.com/office/drawing/2010/main" val="0"/>
              </a:ext>
            </a:extLst>
          </a:blip>
          <a:srcRect l="12000" r="-1" b="-1"/>
          <a:stretch>
            <a:fillRect/>
          </a:stretch>
        </p:blipFill>
        <p:spPr>
          <a:xfrm>
            <a:off x="20" y="10"/>
            <a:ext cx="12191980" cy="6857990"/>
          </a:xfrm>
          <a:prstGeom prst="rect">
            <a:avLst/>
          </a:prstGeom>
        </p:spPr>
      </p:pic>
      <p:sp>
        <p:nvSpPr>
          <p:cNvPr id="2" name="Titel 1">
            <a:extLst>
              <a:ext uri="{FF2B5EF4-FFF2-40B4-BE49-F238E27FC236}">
                <a16:creationId xmlns:a16="http://schemas.microsoft.com/office/drawing/2014/main" id="{49362316-E02E-EDB5-050F-D49F266E8B42}"/>
              </a:ext>
            </a:extLst>
          </p:cNvPr>
          <p:cNvSpPr>
            <a:spLocks noGrp="1"/>
          </p:cNvSpPr>
          <p:nvPr>
            <p:ph type="ctrTitle"/>
          </p:nvPr>
        </p:nvSpPr>
        <p:spPr/>
        <p:txBody>
          <a:bodyPr>
            <a:normAutofit/>
          </a:bodyPr>
          <a:lstStyle/>
          <a:p>
            <a:r>
              <a:rPr lang="de-DE"/>
              <a:t>Projekt Parkhaus</a:t>
            </a:r>
          </a:p>
        </p:txBody>
      </p:sp>
      <p:sp>
        <p:nvSpPr>
          <p:cNvPr id="3" name="Untertitel 2">
            <a:extLst>
              <a:ext uri="{FF2B5EF4-FFF2-40B4-BE49-F238E27FC236}">
                <a16:creationId xmlns:a16="http://schemas.microsoft.com/office/drawing/2014/main" id="{420380A1-0568-5DBD-0132-279ABA5D9252}"/>
              </a:ext>
            </a:extLst>
          </p:cNvPr>
          <p:cNvSpPr>
            <a:spLocks noGrp="1"/>
          </p:cNvSpPr>
          <p:nvPr>
            <p:ph type="subTitle" idx="1"/>
          </p:nvPr>
        </p:nvSpPr>
        <p:spPr/>
        <p:txBody>
          <a:bodyPr>
            <a:normAutofit/>
          </a:bodyPr>
          <a:lstStyle/>
          <a:p>
            <a:r>
              <a:rPr lang="de-DE"/>
              <a:t>Von Sasha, Babac und Jens</a:t>
            </a:r>
          </a:p>
        </p:txBody>
      </p:sp>
    </p:spTree>
    <p:extLst>
      <p:ext uri="{BB962C8B-B14F-4D97-AF65-F5344CB8AC3E}">
        <p14:creationId xmlns:p14="http://schemas.microsoft.com/office/powerpoint/2010/main" val="3830459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A81495-BC6E-72B7-5451-8CACE6834282}"/>
              </a:ext>
            </a:extLst>
          </p:cNvPr>
          <p:cNvSpPr>
            <a:spLocks noGrp="1"/>
          </p:cNvSpPr>
          <p:nvPr>
            <p:ph type="title"/>
          </p:nvPr>
        </p:nvSpPr>
        <p:spPr>
          <a:xfrm>
            <a:off x="1046019" y="942108"/>
            <a:ext cx="3256550" cy="4969113"/>
          </a:xfrm>
        </p:spPr>
        <p:txBody>
          <a:bodyPr anchor="ctr">
            <a:normAutofit/>
          </a:bodyPr>
          <a:lstStyle/>
          <a:p>
            <a:r>
              <a:rPr lang="de-DE" sz="2800" dirty="0">
                <a:solidFill>
                  <a:schemeClr val="tx2">
                    <a:lumMod val="75000"/>
                  </a:schemeClr>
                </a:solidFill>
              </a:rPr>
              <a:t>Inhaltsverzeichnis</a:t>
            </a:r>
          </a:p>
        </p:txBody>
      </p:sp>
      <p:sp>
        <p:nvSpPr>
          <p:cNvPr id="43" name="Inhaltsplatzhalter 2">
            <a:extLst>
              <a:ext uri="{FF2B5EF4-FFF2-40B4-BE49-F238E27FC236}">
                <a16:creationId xmlns:a16="http://schemas.microsoft.com/office/drawing/2014/main" id="{068D1EDF-B178-C6BE-23D4-8173EACABFFB}"/>
              </a:ext>
            </a:extLst>
          </p:cNvPr>
          <p:cNvSpPr>
            <a:spLocks noGrp="1"/>
          </p:cNvSpPr>
          <p:nvPr>
            <p:ph idx="1"/>
          </p:nvPr>
        </p:nvSpPr>
        <p:spPr>
          <a:xfrm>
            <a:off x="5049062" y="942108"/>
            <a:ext cx="6455549" cy="4969114"/>
          </a:xfrm>
        </p:spPr>
        <p:txBody>
          <a:bodyPr anchor="ctr">
            <a:normAutofit/>
          </a:bodyPr>
          <a:lstStyle/>
          <a:p>
            <a:r>
              <a:rPr lang="de-DE" sz="2800" dirty="0">
                <a:solidFill>
                  <a:schemeClr val="tx2">
                    <a:lumMod val="75000"/>
                  </a:schemeClr>
                </a:solidFill>
              </a:rPr>
              <a:t>Aufgabenstellung</a:t>
            </a:r>
          </a:p>
          <a:p>
            <a:r>
              <a:rPr lang="de-DE" sz="2800" dirty="0">
                <a:solidFill>
                  <a:schemeClr val="tx2">
                    <a:lumMod val="75000"/>
                  </a:schemeClr>
                </a:solidFill>
              </a:rPr>
              <a:t>Wo fangen wir an ?</a:t>
            </a:r>
          </a:p>
          <a:p>
            <a:r>
              <a:rPr lang="de-DE" sz="2800" dirty="0">
                <a:solidFill>
                  <a:schemeClr val="tx2">
                    <a:lumMod val="75000"/>
                  </a:schemeClr>
                </a:solidFill>
              </a:rPr>
              <a:t>Problemstellungen / Lösungen</a:t>
            </a:r>
          </a:p>
          <a:p>
            <a:r>
              <a:rPr lang="de-DE" sz="2800" dirty="0">
                <a:solidFill>
                  <a:schemeClr val="tx2">
                    <a:lumMod val="75000"/>
                  </a:schemeClr>
                </a:solidFill>
              </a:rPr>
              <a:t>Programmablauf</a:t>
            </a:r>
          </a:p>
          <a:p>
            <a:r>
              <a:rPr lang="de-DE" sz="2800" dirty="0">
                <a:solidFill>
                  <a:schemeClr val="tx2">
                    <a:lumMod val="75000"/>
                  </a:schemeClr>
                </a:solidFill>
              </a:rPr>
              <a:t>Demonstration des Programms</a:t>
            </a:r>
          </a:p>
          <a:p>
            <a:r>
              <a:rPr lang="de-DE" sz="2800" dirty="0">
                <a:solidFill>
                  <a:schemeClr val="tx2">
                    <a:lumMod val="75000"/>
                  </a:schemeClr>
                </a:solidFill>
              </a:rPr>
              <a:t>Fragen ?</a:t>
            </a:r>
          </a:p>
        </p:txBody>
      </p:sp>
    </p:spTree>
    <p:extLst>
      <p:ext uri="{BB962C8B-B14F-4D97-AF65-F5344CB8AC3E}">
        <p14:creationId xmlns:p14="http://schemas.microsoft.com/office/powerpoint/2010/main" val="50434217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A9BFB1-DC97-1993-8452-E6F20106748A}"/>
              </a:ext>
            </a:extLst>
          </p:cNvPr>
          <p:cNvSpPr>
            <a:spLocks noGrp="1"/>
          </p:cNvSpPr>
          <p:nvPr>
            <p:ph type="title"/>
          </p:nvPr>
        </p:nvSpPr>
        <p:spPr/>
        <p:txBody>
          <a:bodyPr/>
          <a:lstStyle/>
          <a:p>
            <a:r>
              <a:rPr lang="de-DE" dirty="0"/>
              <a:t>Aufgabenstellung Parkhaus</a:t>
            </a:r>
            <a:br>
              <a:rPr lang="de-DE" dirty="0"/>
            </a:br>
            <a:endParaRPr lang="de-DE" dirty="0"/>
          </a:p>
        </p:txBody>
      </p:sp>
      <p:sp>
        <p:nvSpPr>
          <p:cNvPr id="3" name="Inhaltsplatzhalter 2">
            <a:extLst>
              <a:ext uri="{FF2B5EF4-FFF2-40B4-BE49-F238E27FC236}">
                <a16:creationId xmlns:a16="http://schemas.microsoft.com/office/drawing/2014/main" id="{34232909-73B2-4CF6-D326-59A417BD008F}"/>
              </a:ext>
            </a:extLst>
          </p:cNvPr>
          <p:cNvSpPr>
            <a:spLocks noGrp="1"/>
          </p:cNvSpPr>
          <p:nvPr>
            <p:ph idx="1"/>
          </p:nvPr>
        </p:nvSpPr>
        <p:spPr/>
        <p:txBody>
          <a:bodyPr>
            <a:normAutofit/>
          </a:bodyPr>
          <a:lstStyle/>
          <a:p>
            <a:pPr marL="0" indent="0">
              <a:buNone/>
            </a:pPr>
            <a:r>
              <a:rPr lang="de-DE" sz="2400" dirty="0"/>
              <a:t>Es soll ein Programm geschrieben werden, was ein Parkhaus simulieren kann. Es sollen Autos reinfahren und hinausfahren können. Das Programm soll anzeigen wie viele Autos gerade innerhalb des Parkhauses sind. Das Parkhaus hat eine begrenzte Anzahl von Parkplätzen. Entwickeln sie ein Kostenkonzept, damit ein Auto was rausfährt auch die Parkgebühren zahlt! Simulieren sie Parkzeiten und berechnen sie die Parkgebühren auf Grundlage Ihres Preiskonzept.</a:t>
            </a:r>
          </a:p>
        </p:txBody>
      </p:sp>
    </p:spTree>
    <p:extLst>
      <p:ext uri="{BB962C8B-B14F-4D97-AF65-F5344CB8AC3E}">
        <p14:creationId xmlns:p14="http://schemas.microsoft.com/office/powerpoint/2010/main" val="1128362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E37925-E20E-20BA-AA0C-1AB6FF270532}"/>
              </a:ext>
            </a:extLst>
          </p:cNvPr>
          <p:cNvSpPr>
            <a:spLocks noGrp="1"/>
          </p:cNvSpPr>
          <p:nvPr>
            <p:ph type="title"/>
          </p:nvPr>
        </p:nvSpPr>
        <p:spPr>
          <a:xfrm>
            <a:off x="3373062" y="624110"/>
            <a:ext cx="8131550" cy="1280890"/>
          </a:xfrm>
        </p:spPr>
        <p:txBody>
          <a:bodyPr>
            <a:normAutofit/>
          </a:bodyPr>
          <a:lstStyle/>
          <a:p>
            <a:r>
              <a:rPr lang="de-DE" dirty="0"/>
              <a:t>Wo fangen wir an ? </a:t>
            </a:r>
          </a:p>
        </p:txBody>
      </p:sp>
      <p:sp>
        <p:nvSpPr>
          <p:cNvPr id="3" name="Inhaltsplatzhalter 2">
            <a:extLst>
              <a:ext uri="{FF2B5EF4-FFF2-40B4-BE49-F238E27FC236}">
                <a16:creationId xmlns:a16="http://schemas.microsoft.com/office/drawing/2014/main" id="{990065DA-EB1D-0B4D-36DD-82962B6C0223}"/>
              </a:ext>
            </a:extLst>
          </p:cNvPr>
          <p:cNvSpPr>
            <a:spLocks noGrp="1"/>
          </p:cNvSpPr>
          <p:nvPr>
            <p:ph idx="1"/>
          </p:nvPr>
        </p:nvSpPr>
        <p:spPr>
          <a:xfrm>
            <a:off x="3373062" y="2133600"/>
            <a:ext cx="8131550" cy="3777622"/>
          </a:xfrm>
        </p:spPr>
        <p:txBody>
          <a:bodyPr>
            <a:normAutofit/>
          </a:bodyPr>
          <a:lstStyle/>
          <a:p>
            <a:pPr>
              <a:buFont typeface="+mj-lt"/>
              <a:buAutoNum type="arabicPeriod"/>
            </a:pPr>
            <a:r>
              <a:rPr lang="de-DE" sz="2000" dirty="0"/>
              <a:t>Wir arbeiten dezentral. Welcher Software benötigen wir ? </a:t>
            </a:r>
          </a:p>
          <a:p>
            <a:pPr>
              <a:buFont typeface="+mj-lt"/>
              <a:buAutoNum type="arabicPeriod"/>
            </a:pPr>
            <a:r>
              <a:rPr lang="de-DE" sz="2000" dirty="0"/>
              <a:t>Erfassung der Anzahl der Parkplätze, um zu bestimmen ob noch ein Parkplatz frei ist oder nicht.</a:t>
            </a:r>
          </a:p>
          <a:p>
            <a:pPr>
              <a:buFont typeface="+mj-lt"/>
              <a:buAutoNum type="arabicPeriod"/>
            </a:pPr>
            <a:r>
              <a:rPr lang="de-DE" sz="2000" dirty="0"/>
              <a:t>Wir benötigen eine fiktive Uhrzeit, um die Simulation in den Abläufen verständlicher darzustellen  </a:t>
            </a:r>
          </a:p>
          <a:p>
            <a:pPr>
              <a:buFont typeface="+mj-lt"/>
              <a:buAutoNum type="arabicPeriod"/>
            </a:pPr>
            <a:r>
              <a:rPr lang="de-DE" sz="2000" dirty="0"/>
              <a:t>Ankunftszeit und Abfahrtszeit zur Bestimmung der Parkplatzgebühren. </a:t>
            </a:r>
          </a:p>
          <a:p>
            <a:pPr>
              <a:buFont typeface="+mj-lt"/>
              <a:buAutoNum type="arabicPeriod"/>
            </a:pPr>
            <a:r>
              <a:rPr lang="de-DE" sz="2000" dirty="0"/>
              <a:t>Abfahrt nach Zahlung der Verbindlichkeiten durch  Ticketcode.</a:t>
            </a:r>
          </a:p>
          <a:p>
            <a:pPr marL="0" indent="0">
              <a:buNone/>
            </a:pPr>
            <a:endParaRPr lang="de-DE" dirty="0"/>
          </a:p>
          <a:p>
            <a:pPr marL="0" indent="0">
              <a:buNone/>
            </a:pPr>
            <a:endParaRPr lang="de-DE" dirty="0"/>
          </a:p>
        </p:txBody>
      </p:sp>
    </p:spTree>
    <p:extLst>
      <p:ext uri="{BB962C8B-B14F-4D97-AF65-F5344CB8AC3E}">
        <p14:creationId xmlns:p14="http://schemas.microsoft.com/office/powerpoint/2010/main" val="2613928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6B1E10-C104-DCD4-6638-2E8FF0139AFC}"/>
              </a:ext>
            </a:extLst>
          </p:cNvPr>
          <p:cNvSpPr>
            <a:spLocks noGrp="1"/>
          </p:cNvSpPr>
          <p:nvPr>
            <p:ph type="title"/>
          </p:nvPr>
        </p:nvSpPr>
        <p:spPr/>
        <p:txBody>
          <a:bodyPr/>
          <a:lstStyle/>
          <a:p>
            <a:r>
              <a:rPr lang="de-DE" dirty="0"/>
              <a:t>Problemstellung</a:t>
            </a:r>
          </a:p>
        </p:txBody>
      </p:sp>
      <p:sp>
        <p:nvSpPr>
          <p:cNvPr id="3" name="Inhaltsplatzhalter 2">
            <a:extLst>
              <a:ext uri="{FF2B5EF4-FFF2-40B4-BE49-F238E27FC236}">
                <a16:creationId xmlns:a16="http://schemas.microsoft.com/office/drawing/2014/main" id="{E5387621-AC92-267B-9020-9E18A0C99E74}"/>
              </a:ext>
            </a:extLst>
          </p:cNvPr>
          <p:cNvSpPr>
            <a:spLocks noGrp="1"/>
          </p:cNvSpPr>
          <p:nvPr>
            <p:ph idx="1"/>
          </p:nvPr>
        </p:nvSpPr>
        <p:spPr/>
        <p:txBody>
          <a:bodyPr>
            <a:normAutofit/>
          </a:bodyPr>
          <a:lstStyle/>
          <a:p>
            <a:pPr>
              <a:buFont typeface="+mj-lt"/>
              <a:buAutoNum type="arabicPeriod"/>
            </a:pPr>
            <a:r>
              <a:rPr lang="de-DE" dirty="0"/>
              <a:t>Das Programm wurde mit Hilfe von GitHub , Visual Studio und PAP-Designer entwickelt. </a:t>
            </a:r>
          </a:p>
          <a:p>
            <a:pPr>
              <a:buFont typeface="+mj-lt"/>
              <a:buAutoNum type="arabicPeriod"/>
            </a:pPr>
            <a:r>
              <a:rPr lang="de-DE" dirty="0"/>
              <a:t>Es muss gezählt werden wie viele Autos sich im Parkhaus befinden und wie viele Plätze noch frei sind. </a:t>
            </a:r>
          </a:p>
          <a:p>
            <a:pPr>
              <a:buFont typeface="+mj-lt"/>
              <a:buAutoNum type="arabicPeriod"/>
            </a:pPr>
            <a:r>
              <a:rPr lang="de-DE" dirty="0"/>
              <a:t>Da das Programm nicht enden darf haben wir uns zum Start für eine endlose While-Schleife zur Menüführung entschieden, weil ein neuer Kunde nahtlos das nächste Ticket lösen kann.</a:t>
            </a:r>
          </a:p>
          <a:p>
            <a:pPr>
              <a:buFont typeface="+mj-lt"/>
              <a:buAutoNum type="arabicPeriod"/>
            </a:pPr>
            <a:r>
              <a:rPr lang="de-DE" dirty="0"/>
              <a:t> Das Zeitproblem wurde durch eine INT-Variable die inkrementell bei „einem Durchlauf“  pro „eine Stunde“  gezählt gelöst .  </a:t>
            </a:r>
          </a:p>
          <a:p>
            <a:pPr>
              <a:buFont typeface="+mj-lt"/>
              <a:buAutoNum type="arabicPeriod"/>
            </a:pPr>
            <a:r>
              <a:rPr lang="de-DE" dirty="0"/>
              <a:t>Um die Ankunft und Abfahrtzeit und somit die </a:t>
            </a:r>
            <a:r>
              <a:rPr lang="de-DE"/>
              <a:t>Parkgebühren festzuhalten </a:t>
            </a:r>
            <a:r>
              <a:rPr lang="de-DE" dirty="0"/>
              <a:t>muss jeder Kunde bei der Einfahrt ins Parkhaus ein Ticket lösen.</a:t>
            </a:r>
          </a:p>
          <a:p>
            <a:pPr marL="0" indent="0">
              <a:buNone/>
            </a:pPr>
            <a:endParaRPr lang="de-DE" dirty="0"/>
          </a:p>
        </p:txBody>
      </p:sp>
    </p:spTree>
    <p:extLst>
      <p:ext uri="{BB962C8B-B14F-4D97-AF65-F5344CB8AC3E}">
        <p14:creationId xmlns:p14="http://schemas.microsoft.com/office/powerpoint/2010/main" val="706726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B62A65-3D16-5B69-4A1D-70F8A196F01B}"/>
              </a:ext>
            </a:extLst>
          </p:cNvPr>
          <p:cNvSpPr>
            <a:spLocks noGrp="1"/>
          </p:cNvSpPr>
          <p:nvPr>
            <p:ph type="title"/>
          </p:nvPr>
        </p:nvSpPr>
        <p:spPr>
          <a:xfrm>
            <a:off x="7380514" y="624110"/>
            <a:ext cx="4124098" cy="1280890"/>
          </a:xfrm>
        </p:spPr>
        <p:txBody>
          <a:bodyPr/>
          <a:lstStyle/>
          <a:p>
            <a:r>
              <a:rPr lang="de-DE" dirty="0"/>
              <a:t>Programmablauf</a:t>
            </a:r>
            <a:br>
              <a:rPr lang="de-DE" dirty="0"/>
            </a:br>
            <a:endParaRPr lang="de-DE" dirty="0"/>
          </a:p>
        </p:txBody>
      </p:sp>
      <p:pic>
        <p:nvPicPr>
          <p:cNvPr id="6" name="Inhaltsplatzhalter 5">
            <a:extLst>
              <a:ext uri="{FF2B5EF4-FFF2-40B4-BE49-F238E27FC236}">
                <a16:creationId xmlns:a16="http://schemas.microsoft.com/office/drawing/2014/main" id="{2939FAF2-A912-7979-5498-6DCD0FD795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91336" y="70757"/>
            <a:ext cx="6512635" cy="6716486"/>
          </a:xfrm>
          <a:prstGeom prst="rect">
            <a:avLst/>
          </a:prstGeom>
        </p:spPr>
      </p:pic>
    </p:spTree>
    <p:extLst>
      <p:ext uri="{BB962C8B-B14F-4D97-AF65-F5344CB8AC3E}">
        <p14:creationId xmlns:p14="http://schemas.microsoft.com/office/powerpoint/2010/main" val="3999424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D6B264-8614-F7EB-5A75-6C041D3C4DEF}"/>
              </a:ext>
            </a:extLst>
          </p:cNvPr>
          <p:cNvSpPr>
            <a:spLocks noGrp="1"/>
          </p:cNvSpPr>
          <p:nvPr>
            <p:ph type="title"/>
          </p:nvPr>
        </p:nvSpPr>
        <p:spPr>
          <a:xfrm>
            <a:off x="2739614" y="2788555"/>
            <a:ext cx="8911687" cy="1280890"/>
          </a:xfrm>
        </p:spPr>
        <p:txBody>
          <a:bodyPr/>
          <a:lstStyle/>
          <a:p>
            <a:r>
              <a:rPr lang="de-DE" dirty="0"/>
              <a:t>Demonstration des Programms </a:t>
            </a:r>
          </a:p>
        </p:txBody>
      </p:sp>
    </p:spTree>
    <p:extLst>
      <p:ext uri="{BB962C8B-B14F-4D97-AF65-F5344CB8AC3E}">
        <p14:creationId xmlns:p14="http://schemas.microsoft.com/office/powerpoint/2010/main" val="195758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33D808-9AE6-9F35-B859-7500B5C485F7}"/>
              </a:ext>
            </a:extLst>
          </p:cNvPr>
          <p:cNvSpPr>
            <a:spLocks noGrp="1"/>
          </p:cNvSpPr>
          <p:nvPr>
            <p:ph type="title"/>
          </p:nvPr>
        </p:nvSpPr>
        <p:spPr>
          <a:xfrm>
            <a:off x="4608739" y="2895599"/>
            <a:ext cx="2974522" cy="1066802"/>
          </a:xfrm>
        </p:spPr>
        <p:txBody>
          <a:bodyPr>
            <a:noAutofit/>
          </a:bodyPr>
          <a:lstStyle/>
          <a:p>
            <a:r>
              <a:rPr lang="de-DE" sz="4800" dirty="0"/>
              <a:t>Fragen ? </a:t>
            </a:r>
          </a:p>
        </p:txBody>
      </p:sp>
    </p:spTree>
    <p:extLst>
      <p:ext uri="{BB962C8B-B14F-4D97-AF65-F5344CB8AC3E}">
        <p14:creationId xmlns:p14="http://schemas.microsoft.com/office/powerpoint/2010/main" val="546241074"/>
      </p:ext>
    </p:extLst>
  </p:cSld>
  <p:clrMapOvr>
    <a:masterClrMapping/>
  </p:clrMapOvr>
</p:sld>
</file>

<file path=ppt/theme/theme1.xml><?xml version="1.0" encoding="utf-8"?>
<a:theme xmlns:a="http://schemas.openxmlformats.org/drawingml/2006/main" name="Fetzen">
  <a:themeElements>
    <a:clrScheme name="Fetze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Fetze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etze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0</TotalTime>
  <Words>275</Words>
  <Application>Microsoft Office PowerPoint</Application>
  <PresentationFormat>Breitbild</PresentationFormat>
  <Paragraphs>26</Paragraphs>
  <Slides>8</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Arial</vt:lpstr>
      <vt:lpstr>Century Gothic</vt:lpstr>
      <vt:lpstr>Wingdings 3</vt:lpstr>
      <vt:lpstr>Fetzen</vt:lpstr>
      <vt:lpstr>Projekt Parkhaus</vt:lpstr>
      <vt:lpstr>Inhaltsverzeichnis</vt:lpstr>
      <vt:lpstr>Aufgabenstellung Parkhaus </vt:lpstr>
      <vt:lpstr>Wo fangen wir an ? </vt:lpstr>
      <vt:lpstr>Problemstellung</vt:lpstr>
      <vt:lpstr>Programmablauf </vt:lpstr>
      <vt:lpstr>Demonstration des Programms </vt:lpstr>
      <vt:lpstr>Fragen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Jens Böhlke</dc:creator>
  <cp:lastModifiedBy>Jens Böhlke</cp:lastModifiedBy>
  <cp:revision>9</cp:revision>
  <dcterms:created xsi:type="dcterms:W3CDTF">2026-07-14T09:26:51Z</dcterms:created>
  <dcterms:modified xsi:type="dcterms:W3CDTF">2026-07-15T11:41:04Z</dcterms:modified>
</cp:coreProperties>
</file>